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6" r:id="rId4"/>
    <p:sldId id="257" r:id="rId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049EAA-299D-F39B-78F1-2A069C44F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DF619B-598A-EEE2-9049-363DE8C04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7D4A8C-5EB3-91AB-0894-2CE6D1995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0114-AD84-4ABB-B9C7-D97A560B04BF}" type="datetimeFigureOut">
              <a:rPr lang="es-PE" smtClean="0"/>
              <a:t>22/10/2025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90E53E-8397-B4F5-E659-C53BDE0F0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F738C1-026E-EAA2-0DA9-AF069D3DF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2186-9C92-4C53-87F5-EFB4608A9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4795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192203-E109-DC9A-2F2B-DEE135EAD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8B3C6B-9A6F-037A-117A-00CC0473C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B770F0-EDA3-6644-61BE-FF7003B34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0114-AD84-4ABB-B9C7-D97A560B04BF}" type="datetimeFigureOut">
              <a:rPr lang="es-PE" smtClean="0"/>
              <a:t>22/10/2025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14DE85-D7C7-7C98-8CF8-C56DB9A59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D1ED0F-0896-CE32-271D-2A3043FC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2186-9C92-4C53-87F5-EFB4608A9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69393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FE3B2-D655-F531-A9C0-AA7BE33DF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12374C-F1D5-946B-496E-D3AA0328C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D0EE6E-E235-08ED-A753-161536C73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0114-AD84-4ABB-B9C7-D97A560B04BF}" type="datetimeFigureOut">
              <a:rPr lang="es-PE" smtClean="0"/>
              <a:t>22/10/2025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F23489-2F37-91ED-5EDA-EA992848B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8D28C8-D928-89E4-42AA-9D82E19B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2186-9C92-4C53-87F5-EFB4608A9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1293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FA048E-3E26-744D-1ABA-7BAE39704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2AAC82-234A-2B54-2FB9-2C6CA3E99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65684B-2171-9F2C-F9D6-6CFD16127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AF5AA8-08E7-F056-E3A5-4E57787D6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0114-AD84-4ABB-B9C7-D97A560B04BF}" type="datetimeFigureOut">
              <a:rPr lang="es-PE" smtClean="0"/>
              <a:t>22/10/2025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CC7690-A5C0-F7F8-15EE-A6355EC0A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46C300-5478-3240-B448-AC3EEFCA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2186-9C92-4C53-87F5-EFB4608A9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74530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F171D-EB10-5D58-8D10-576B6CE2E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289A2B-E573-0534-CDC1-DAD8159B8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018F5E-076E-06F6-C46F-6A348B021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A1752EF-D64D-A388-DCB8-EABAD564E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672CE87-AC24-1935-5320-0C5A673049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DFCDA2F-C357-2C9F-E9AC-8F8207E7F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0114-AD84-4ABB-B9C7-D97A560B04BF}" type="datetimeFigureOut">
              <a:rPr lang="es-PE" smtClean="0"/>
              <a:t>22/10/2025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A087788-6E1D-581D-2FAF-7517E0409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DC5F7C9-6573-C7FE-1A8E-7A67F9789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2186-9C92-4C53-87F5-EFB4608A9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86178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3986AD-7C1D-39D7-A79F-4C067D102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B6DE648-59F8-93E7-63BF-AEF09FEC9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0114-AD84-4ABB-B9C7-D97A560B04BF}" type="datetimeFigureOut">
              <a:rPr lang="es-PE" smtClean="0"/>
              <a:t>22/10/2025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25EC7BE-1062-B9A7-15E1-F14932C89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4EDC3B3-71EA-ECB1-0148-5B51B48E7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2186-9C92-4C53-87F5-EFB4608A9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45734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998FDBE-CD74-E91D-289D-F98005A76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0114-AD84-4ABB-B9C7-D97A560B04BF}" type="datetimeFigureOut">
              <a:rPr lang="es-PE" smtClean="0"/>
              <a:t>22/10/2025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C9B82AB-A400-E3A1-1E09-D8C528D5A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89D8EA-18AD-05ED-D810-01F07D63B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2186-9C92-4C53-87F5-EFB4608A9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6500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02651E-FE63-A252-AAE0-D06208CB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BC57BE-A645-14D1-4929-364442A37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9F42ECF-F763-A326-BD12-EB1A511F29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501FBB-6654-0056-0F37-FDD8CD242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0114-AD84-4ABB-B9C7-D97A560B04BF}" type="datetimeFigureOut">
              <a:rPr lang="es-PE" smtClean="0"/>
              <a:t>22/10/2025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76BB38-3A42-E1FB-C1E2-0ADC95C5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51DFEB-0F28-4366-D6B0-A2CF7A732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2186-9C92-4C53-87F5-EFB4608A9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53442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E6040-EF40-F967-62B1-F2C171DB0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0C614D5-86B8-0D64-C7ED-4BD546F975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7F49F3E-853C-47B6-E326-E1C38913F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E39E8F-4F71-8CB4-2D84-9D0E91BC2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0114-AD84-4ABB-B9C7-D97A560B04BF}" type="datetimeFigureOut">
              <a:rPr lang="es-PE" smtClean="0"/>
              <a:t>22/10/2025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F2C00F-A998-96A9-DBDA-F96BD8E4E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72546F-B873-77C7-E1CA-EC4793D66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2186-9C92-4C53-87F5-EFB4608A9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85941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009374-E27B-CCB3-81E8-1C8820B6E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440C27-91AC-9E5B-45B5-EF53603DF2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151DAC-9060-95F0-08A6-CB43647EE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0114-AD84-4ABB-B9C7-D97A560B04BF}" type="datetimeFigureOut">
              <a:rPr lang="es-PE" smtClean="0"/>
              <a:t>22/10/2025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8891EA-7872-5E7F-F020-48E03B8E0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75FC06-E682-0640-50AB-10EB1FD53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2186-9C92-4C53-87F5-EFB4608A9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05387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ADDC047-606A-0985-DB82-F9B871BDD2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793BAA-14EC-E6AA-28C8-01FD7DDC8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F8ACAB-9911-514B-2B88-1539AF8C7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0114-AD84-4ABB-B9C7-D97A560B04BF}" type="datetimeFigureOut">
              <a:rPr lang="es-PE" smtClean="0"/>
              <a:t>22/10/2025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2E7E02-24F5-3F2D-CA01-803D70DC8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F2B7FF-6D57-CC82-76E9-D9BF77D00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2186-9C92-4C53-87F5-EFB4608A9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84607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9031E9B-9965-BBE8-1CCA-96268B66C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746F06-CAC2-11FC-DF71-9795C57F4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CE65DB-7F4A-FD04-E02F-E9948E6511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6F0114-AD84-4ABB-B9C7-D97A560B04BF}" type="datetimeFigureOut">
              <a:rPr lang="es-PE" smtClean="0"/>
              <a:t>22/10/2025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CD9CDB-0B0E-2166-16CC-051F72A85D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5AD915-8E59-5641-725E-0BDD81466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6B2186-9C92-4C53-87F5-EFB4608A9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2068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tion.so/AS400-TEST-29210d81aa3f8043a442c4f3b9ff4ddf?source=copy_link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3925FA0-39BF-8E7C-9410-5E6A4F50AD15}"/>
              </a:ext>
            </a:extLst>
          </p:cNvPr>
          <p:cNvSpPr/>
          <p:nvPr/>
        </p:nvSpPr>
        <p:spPr>
          <a:xfrm>
            <a:off x="155744" y="5212417"/>
            <a:ext cx="3101473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PE" sz="1600" b="1" dirty="0"/>
              <a:t>Crear procedimiento:</a:t>
            </a:r>
          </a:p>
          <a:p>
            <a:r>
              <a:rPr lang="es-PE" sz="1600" dirty="0"/>
              <a:t>EDTLIBL (agregar </a:t>
            </a:r>
            <a:r>
              <a:rPr lang="es-PE" sz="1600" dirty="0" err="1"/>
              <a:t>librerias</a:t>
            </a:r>
            <a:r>
              <a:rPr lang="es-PE" sz="1600" dirty="0"/>
              <a:t>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59A6469-A7CE-7793-5549-9C7079ED63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4" t="5521"/>
          <a:stretch>
            <a:fillRect/>
          </a:stretch>
        </p:blipFill>
        <p:spPr>
          <a:xfrm>
            <a:off x="205484" y="328774"/>
            <a:ext cx="6779516" cy="4828852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BA5265F5-752C-3836-CC9C-01B14FCE1FB0}"/>
              </a:ext>
            </a:extLst>
          </p:cNvPr>
          <p:cNvSpPr/>
          <p:nvPr/>
        </p:nvSpPr>
        <p:spPr>
          <a:xfrm>
            <a:off x="594298" y="3837436"/>
            <a:ext cx="1029019" cy="29277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1A3B6DF-767A-CD76-6268-C223202FB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3951" y="2001370"/>
            <a:ext cx="6468467" cy="4641724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07299690-FDC9-C7A2-6C73-5151A4F117AD}"/>
              </a:ext>
            </a:extLst>
          </p:cNvPr>
          <p:cNvSpPr/>
          <p:nvPr/>
        </p:nvSpPr>
        <p:spPr>
          <a:xfrm>
            <a:off x="7212378" y="1170373"/>
            <a:ext cx="3101473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PE" sz="1600" b="1" dirty="0"/>
              <a:t>Agregar </a:t>
            </a:r>
            <a:r>
              <a:rPr lang="es-PE" sz="1600" b="1" dirty="0" err="1"/>
              <a:t>librerias</a:t>
            </a:r>
            <a:r>
              <a:rPr lang="es-PE" sz="1600" b="1" dirty="0"/>
              <a:t> :</a:t>
            </a:r>
          </a:p>
          <a:p>
            <a:r>
              <a:rPr lang="es-PE" sz="1600" dirty="0"/>
              <a:t>LIBPRG</a:t>
            </a:r>
          </a:p>
          <a:p>
            <a:r>
              <a:rPr lang="es-PE" sz="1600" dirty="0"/>
              <a:t>PRAXIS</a:t>
            </a:r>
          </a:p>
        </p:txBody>
      </p:sp>
    </p:spTree>
    <p:extLst>
      <p:ext uri="{BB962C8B-B14F-4D97-AF65-F5344CB8AC3E}">
        <p14:creationId xmlns:p14="http://schemas.microsoft.com/office/powerpoint/2010/main" val="3558279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09E6A4E-B8F4-CDCE-0401-1DBDA637925B}"/>
              </a:ext>
            </a:extLst>
          </p:cNvPr>
          <p:cNvSpPr/>
          <p:nvPr/>
        </p:nvSpPr>
        <p:spPr>
          <a:xfrm>
            <a:off x="321922" y="599329"/>
            <a:ext cx="3883633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PE" sz="1600" b="1" dirty="0"/>
              <a:t>Ver correlativos de programas y tablas:</a:t>
            </a:r>
          </a:p>
          <a:p>
            <a:r>
              <a:rPr lang="es-PE" sz="1600" dirty="0"/>
              <a:t>CALL PRO8700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D5E8DD2-46FA-FE8F-0819-7E86E813F6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46" t="12271" r="42304" b="6972"/>
          <a:stretch>
            <a:fillRect/>
          </a:stretch>
        </p:blipFill>
        <p:spPr>
          <a:xfrm>
            <a:off x="277403" y="1435813"/>
            <a:ext cx="3883632" cy="398637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946DEF0-51AC-A456-0EE1-6A975F561B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19" r="3552"/>
          <a:stretch>
            <a:fillRect/>
          </a:stretch>
        </p:blipFill>
        <p:spPr>
          <a:xfrm>
            <a:off x="4888787" y="599329"/>
            <a:ext cx="6513817" cy="4805416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6B384A35-6D4D-8F5F-06EA-DC71AB53C331}"/>
              </a:ext>
            </a:extLst>
          </p:cNvPr>
          <p:cNvSpPr/>
          <p:nvPr/>
        </p:nvSpPr>
        <p:spPr>
          <a:xfrm>
            <a:off x="4888787" y="5542518"/>
            <a:ext cx="441066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85750" indent="-285750">
              <a:buFontTx/>
              <a:buChar char="-"/>
            </a:pPr>
            <a:r>
              <a:rPr lang="es-PE" sz="1600" dirty="0"/>
              <a:t>S + F8 : donde quieres generar uno nuevo</a:t>
            </a:r>
          </a:p>
          <a:p>
            <a:pPr marL="285750" indent="-285750">
              <a:buFontTx/>
              <a:buChar char="-"/>
            </a:pPr>
            <a:r>
              <a:rPr lang="es-PE" sz="1600" dirty="0"/>
              <a:t>EL NUEVO ES EL SIGUIENTE SQP05813 </a:t>
            </a:r>
          </a:p>
          <a:p>
            <a:r>
              <a:rPr lang="es-PE" sz="1600" dirty="0"/>
              <a:t>(09. Modificado revisas que sea tu usuario)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2981708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BD7FD0F-570E-4683-B479-B38255C52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7" y="257661"/>
            <a:ext cx="9991725" cy="525112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87B9B0D-2C01-4637-72A2-535085338ABF}"/>
              </a:ext>
            </a:extLst>
          </p:cNvPr>
          <p:cNvSpPr/>
          <p:nvPr/>
        </p:nvSpPr>
        <p:spPr>
          <a:xfrm>
            <a:off x="4591533" y="5596128"/>
            <a:ext cx="350090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WRKMBRPDM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ADB9010F-63AD-FFAA-22E7-38CEAF085BCD}"/>
              </a:ext>
            </a:extLst>
          </p:cNvPr>
          <p:cNvCxnSpPr>
            <a:cxnSpLocks/>
          </p:cNvCxnSpPr>
          <p:nvPr/>
        </p:nvCxnSpPr>
        <p:spPr>
          <a:xfrm flipH="1" flipV="1">
            <a:off x="4261104" y="4224528"/>
            <a:ext cx="1299070" cy="137160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6536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F6FC8-FEF4-D2C0-D752-AA34676A0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6418862-8F87-B5DD-3960-FE7523EC14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7009"/>
          <a:stretch>
            <a:fillRect/>
          </a:stretch>
        </p:blipFill>
        <p:spPr>
          <a:xfrm>
            <a:off x="235502" y="224876"/>
            <a:ext cx="6638711" cy="4932752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0A5194EA-7F4B-1322-BE8B-A3DBA0FA5255}"/>
              </a:ext>
            </a:extLst>
          </p:cNvPr>
          <p:cNvSpPr/>
          <p:nvPr/>
        </p:nvSpPr>
        <p:spPr>
          <a:xfrm>
            <a:off x="368266" y="580528"/>
            <a:ext cx="2970836" cy="67291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962578E-15DA-88BD-8506-7DEC0212A071}"/>
              </a:ext>
            </a:extLst>
          </p:cNvPr>
          <p:cNvSpPr/>
          <p:nvPr/>
        </p:nvSpPr>
        <p:spPr>
          <a:xfrm>
            <a:off x="453385" y="5309685"/>
            <a:ext cx="3101473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PE" sz="1600" b="1" dirty="0"/>
              <a:t>Tipo:</a:t>
            </a:r>
          </a:p>
          <a:p>
            <a:r>
              <a:rPr lang="es-PE" sz="1600" dirty="0"/>
              <a:t>PF(PHISICAL FILE) – para tablas</a:t>
            </a:r>
          </a:p>
          <a:p>
            <a:r>
              <a:rPr lang="es-PE" sz="1600" dirty="0"/>
              <a:t>LF(LOGICAL FILE)</a:t>
            </a:r>
          </a:p>
          <a:p>
            <a:r>
              <a:rPr lang="es-PE" sz="1600" dirty="0"/>
              <a:t>CL- SP cobol</a:t>
            </a:r>
          </a:p>
          <a:p>
            <a:r>
              <a:rPr lang="es-PE" sz="1600" dirty="0"/>
              <a:t>CBL(COBOL)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E6506B3-782A-EC9F-35C0-4B59A4F8DA52}"/>
              </a:ext>
            </a:extLst>
          </p:cNvPr>
          <p:cNvSpPr/>
          <p:nvPr/>
        </p:nvSpPr>
        <p:spPr>
          <a:xfrm>
            <a:off x="7006977" y="345506"/>
            <a:ext cx="5454898" cy="206210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PE" sz="1600" b="1" dirty="0" err="1"/>
              <a:t>Opc</a:t>
            </a:r>
            <a:r>
              <a:rPr lang="es-PE" sz="1600" b="1" dirty="0"/>
              <a:t>:</a:t>
            </a:r>
          </a:p>
          <a:p>
            <a:r>
              <a:rPr lang="es-MX" sz="1600" dirty="0"/>
              <a:t>3 - COPIAR FUENTE (CREAR NUEVA TABLA)- duplicar esta</a:t>
            </a:r>
          </a:p>
          <a:p>
            <a:r>
              <a:rPr lang="es-MX" sz="1600" dirty="0"/>
              <a:t>2 - EDITAR</a:t>
            </a:r>
          </a:p>
          <a:p>
            <a:r>
              <a:rPr lang="es-MX" sz="1600" dirty="0"/>
              <a:t>5 - VISUALIZAR</a:t>
            </a:r>
          </a:p>
          <a:p>
            <a:r>
              <a:rPr lang="es-MX" sz="1600" dirty="0"/>
              <a:t>4 -ELIMINAR</a:t>
            </a:r>
          </a:p>
          <a:p>
            <a:r>
              <a:rPr lang="es-MX" sz="1600" dirty="0"/>
              <a:t>7 - CAMBIAR DE NOMBRE</a:t>
            </a:r>
          </a:p>
          <a:p>
            <a:pPr marL="342900" indent="-342900">
              <a:buAutoNum type="arabicPlain" startAt="14"/>
            </a:pPr>
            <a:r>
              <a:rPr lang="es-MX" sz="1600" dirty="0"/>
              <a:t>, F4 – COMPILAR</a:t>
            </a:r>
          </a:p>
          <a:p>
            <a:r>
              <a:rPr lang="es-MX" sz="1600" dirty="0"/>
              <a:t>14 - COMPILA</a:t>
            </a:r>
          </a:p>
        </p:txBody>
      </p:sp>
      <p:sp>
        <p:nvSpPr>
          <p:cNvPr id="10" name="CuadroTexto 9">
            <a:hlinkClick r:id="rId3"/>
            <a:extLst>
              <a:ext uri="{FF2B5EF4-FFF2-40B4-BE49-F238E27FC236}">
                <a16:creationId xmlns:a16="http://schemas.microsoft.com/office/drawing/2014/main" id="{C8D3011C-B97E-06D4-6F08-185B86F673F7}"/>
              </a:ext>
            </a:extLst>
          </p:cNvPr>
          <p:cNvSpPr txBox="1"/>
          <p:nvPr/>
        </p:nvSpPr>
        <p:spPr>
          <a:xfrm>
            <a:off x="7164512" y="3175084"/>
            <a:ext cx="302745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050" dirty="0">
                <a:solidFill>
                  <a:srgbClr val="FF0000"/>
                </a:solidFill>
              </a:rPr>
              <a:t>LINK COMPLETO</a:t>
            </a:r>
          </a:p>
        </p:txBody>
      </p:sp>
    </p:spTree>
    <p:extLst>
      <p:ext uri="{BB962C8B-B14F-4D97-AF65-F5344CB8AC3E}">
        <p14:creationId xmlns:p14="http://schemas.microsoft.com/office/powerpoint/2010/main" val="808539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106</Words>
  <Application>Microsoft Office PowerPoint</Application>
  <PresentationFormat>Panorámica</PresentationFormat>
  <Paragraphs>25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Yadira Yamilet Remicio Gonzales</dc:creator>
  <cp:lastModifiedBy>Yadira Yamilet Remicio Gonzales</cp:lastModifiedBy>
  <cp:revision>2</cp:revision>
  <dcterms:created xsi:type="dcterms:W3CDTF">2025-10-22T16:43:16Z</dcterms:created>
  <dcterms:modified xsi:type="dcterms:W3CDTF">2025-10-22T17:56:37Z</dcterms:modified>
</cp:coreProperties>
</file>